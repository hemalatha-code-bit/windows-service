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47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37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0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1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6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5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24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03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5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7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7848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11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1812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70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63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6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0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Windows Monitoring Agent</a:t>
            </a:r>
            <a:br>
              <a:rPr lang="en-US" dirty="0"/>
            </a:br>
            <a:r>
              <a:rPr lang="en-US" dirty="0"/>
              <a:t>Process &amp; Service Security Monitoring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Presented by:</a:t>
            </a:r>
          </a:p>
          <a:p>
            <a:r>
              <a:rPr lang="en-US" dirty="0" err="1"/>
              <a:t>Hemalatha</a:t>
            </a:r>
            <a:r>
              <a:rPr lang="en-US" dirty="0"/>
              <a:t> </a:t>
            </a:r>
            <a:r>
              <a:rPr lang="en-US" dirty="0" err="1"/>
              <a:t>Shettigar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Windows processes/services are common attack targets</a:t>
            </a:r>
          </a:p>
          <a:p>
            <a:r>
              <a:t>Malware uses persistence &amp; stealth techniques</a:t>
            </a:r>
          </a:p>
          <a:p>
            <a:r>
              <a:t>Need for automated monitoring and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process behavior (PID/PPID)</a:t>
            </a:r>
          </a:p>
          <a:p>
            <a:r>
              <a:t>Audit startup services</a:t>
            </a:r>
          </a:p>
          <a:p>
            <a:r>
              <a:t>Detect unauthorized processes</a:t>
            </a:r>
          </a:p>
          <a:p>
            <a:r>
              <a:t>Generate alerts and structured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Windows OS (Processes &amp; Services)</a:t>
            </a:r>
          </a:p>
          <a:p>
            <a:r>
              <a:t>Monitoring Agent (Core Modules)</a:t>
            </a:r>
          </a:p>
          <a:p>
            <a:r>
              <a:t>Logger &amp; Report Generator</a:t>
            </a:r>
          </a:p>
          <a:p>
            <a:r>
              <a:t>Outputs: monitoring.log &amp; report.json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processes &amp; services</a:t>
            </a:r>
          </a:p>
          <a:p>
            <a:r>
              <a:t>Analyze relationships</a:t>
            </a:r>
          </a:p>
          <a:p>
            <a:r>
              <a:t>Detect anomalies</a:t>
            </a:r>
          </a:p>
          <a:p>
            <a:r>
              <a:t>Generate alerts</a:t>
            </a:r>
          </a:p>
          <a:p>
            <a:r>
              <a:t>Log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Parent-Child Monitoring</a:t>
            </a:r>
          </a:p>
          <a:p>
            <a:r>
              <a:t>Service Audit</a:t>
            </a:r>
          </a:p>
          <a:p>
            <a:r>
              <a:t>Unauthorized Process Detection</a:t>
            </a:r>
          </a:p>
          <a:p>
            <a:r>
              <a:t>Logging &amp;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Rule-based detection</a:t>
            </a:r>
          </a:p>
          <a:p>
            <a:r>
              <a:t>Whitelist / Blacklist approach</a:t>
            </a:r>
          </a:p>
          <a:p>
            <a:r>
              <a:t>Suspicious path detection</a:t>
            </a:r>
          </a:p>
          <a:p>
            <a:r>
              <a:t>Auto-start service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false positives</a:t>
            </a:r>
          </a:p>
          <a:p>
            <a:r>
              <a:t>Encoding issues</a:t>
            </a:r>
          </a:p>
          <a:p>
            <a:r>
              <a:t>Dependency &amp; environment setup</a:t>
            </a:r>
          </a:p>
          <a:p>
            <a:r>
              <a:t>Duplicate alerts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False Positive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Whitelist trusted processes</a:t>
            </a:r>
          </a:p>
          <a:p>
            <a:r>
              <a:t>Ignore system directories</a:t>
            </a:r>
          </a:p>
          <a:p>
            <a:r>
              <a:t>Deduplicate alerts</a:t>
            </a:r>
          </a:p>
          <a:p>
            <a:r>
              <a:t>Refined detection rules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winword.exe → cmd.exe (Detected)</a:t>
            </a:r>
          </a:p>
          <a:p>
            <a:r>
              <a:t>User directory service (Detected)</a:t>
            </a:r>
          </a:p>
          <a:p>
            <a:r>
              <a:t>Blacklisted process (Detected)</a:t>
            </a:r>
          </a:p>
          <a:p>
            <a:r>
              <a:t>Legitimate process (Ignored)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Detected suspicious activities</a:t>
            </a:r>
          </a:p>
          <a:p>
            <a:r>
              <a:t>Reduced false positives</a:t>
            </a:r>
          </a:p>
          <a:p>
            <a:r>
              <a:t>Structured JSON logging</a:t>
            </a:r>
          </a:p>
          <a:p>
            <a:r>
              <a:t>Improved visibility of system behavior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Rule-based detection only</a:t>
            </a:r>
          </a:p>
          <a:p>
            <a:r>
              <a:t>No digital signature validation</a:t>
            </a:r>
          </a:p>
          <a:p>
            <a:r>
              <a:t>Not real-time monitoring</a:t>
            </a:r>
          </a:p>
          <a:p>
            <a:r>
              <a:t>No SIEM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monitoring</a:t>
            </a:r>
          </a:p>
          <a:p>
            <a:r>
              <a:t>SIEM integration (Splunk/ELK)</a:t>
            </a:r>
          </a:p>
          <a:p>
            <a:r>
              <a:t>Digital signature validation</a:t>
            </a:r>
          </a:p>
          <a:p>
            <a:r>
              <a:t>Behavior-based 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Effective lightweight monitoring solution</a:t>
            </a:r>
          </a:p>
          <a:p>
            <a:r>
              <a:t>Helps detect early-stage threats</a:t>
            </a:r>
          </a:p>
          <a:p>
            <a:r>
              <a:t>Foundation for advanced security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220</Words>
  <Application>Microsoft Office PowerPoint</Application>
  <PresentationFormat>On-screen Show (4:3)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Windows Monitoring Agent Process &amp; Service Security Monitoring</vt:lpstr>
      <vt:lpstr>Problem Statement</vt:lpstr>
      <vt:lpstr>Project Objectives</vt:lpstr>
      <vt:lpstr>System Architecture</vt:lpstr>
      <vt:lpstr>Workflow</vt:lpstr>
      <vt:lpstr>Core Modules</vt:lpstr>
      <vt:lpstr>Detection Techniques</vt:lpstr>
      <vt:lpstr>Challenges Faced</vt:lpstr>
      <vt:lpstr>False Positive Reduction</vt:lpstr>
      <vt:lpstr>Test Cases</vt:lpstr>
      <vt:lpstr>Results &amp; Outcome</vt:lpstr>
      <vt:lpstr>Limitations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Monitoring Agent Process &amp; Service Security Monitoring</dc:title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2026-04-10T15:51:57Z</dcterms:modified>
  <cp:category/>
</cp:coreProperties>
</file>